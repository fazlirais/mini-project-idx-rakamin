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chivo Black" charset="1" panose="020B0A03020202020B04"/>
      <p:regular r:id="rId20"/>
    </p:embeddedFont>
    <p:embeddedFont>
      <p:font typeface="Garet Bold" charset="1" panose="00000000000000000000"/>
      <p:regular r:id="rId21"/>
    </p:embeddedFont>
    <p:embeddedFont>
      <p:font typeface="Garet" charset="1" panose="00000000000000000000"/>
      <p:regular r:id="rId22"/>
    </p:embeddedFont>
    <p:embeddedFont>
      <p:font typeface="Garet Light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5470" y="6394076"/>
            <a:ext cx="9373830" cy="7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ID/X Partners Data Scientist Project Based Internship Program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Pre-Challenge 2b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Muhammad Fazli Rais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360" y="1269483"/>
            <a:ext cx="2664776" cy="44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</a:pPr>
            <a:r>
              <a:rPr lang="en-US" sz="2654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24 April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RAKAMIN MINI PROJECT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05855" y="9032345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3"/>
                </a:lnTo>
                <a:lnTo>
                  <a:pt x="0" y="918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74688" y="9133631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1" y="0"/>
                </a:lnTo>
                <a:lnTo>
                  <a:pt x="3076211" y="715751"/>
                </a:lnTo>
                <a:lnTo>
                  <a:pt x="0" y="715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07840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5074698" y="3880282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5"/>
                </a:lnTo>
                <a:lnTo>
                  <a:pt x="0" y="239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91551"/>
            <a:ext cx="56835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7082" y="6417003"/>
            <a:ext cx="2277734" cy="815442"/>
            <a:chOff x="0" y="0"/>
            <a:chExt cx="3036979" cy="10872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Pendahuluan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859"/>
              <a:ext cx="3036979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05388" y="6417003"/>
            <a:ext cx="2277734" cy="1225017"/>
            <a:chOff x="0" y="0"/>
            <a:chExt cx="3036979" cy="16333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036979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Hasil Data Numerik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8959"/>
              <a:ext cx="3036979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82075" y="6417003"/>
            <a:ext cx="2277734" cy="1225017"/>
            <a:chOff x="0" y="0"/>
            <a:chExt cx="3036979" cy="16333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3036979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Hasil Data Kategorikal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8959"/>
              <a:ext cx="3036979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63582" y="6417003"/>
            <a:ext cx="4123962" cy="815442"/>
            <a:chOff x="0" y="0"/>
            <a:chExt cx="5498615" cy="10872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Kesimpulan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228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878504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05388" y="4878504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82075" y="4878504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958763" y="4878504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0" y="185309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2342496" y="930004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985154" y="1031290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0" y="82046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713225" y="3420544"/>
            <a:ext cx="1175766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07880" y="3420544"/>
            <a:ext cx="1175766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84568" y="3420544"/>
            <a:ext cx="1175766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61255" y="3420544"/>
            <a:ext cx="1175766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05876" y="4775412"/>
            <a:ext cx="11629271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PENDAHULUAN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5806" y="4483100"/>
            <a:ext cx="6279282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Challenge yang dilakukan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095087" y="2516562"/>
            <a:ext cx="10494816" cy="6114767"/>
            <a:chOff x="0" y="0"/>
            <a:chExt cx="139501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5014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014">
                  <a:moveTo>
                    <a:pt x="0" y="0"/>
                  </a:moveTo>
                  <a:lnTo>
                    <a:pt x="1395014" y="0"/>
                  </a:lnTo>
                  <a:lnTo>
                    <a:pt x="139501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416" r="0" b="-41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6636" y="2516562"/>
            <a:ext cx="17834729" cy="3923640"/>
          </a:xfrm>
          <a:custGeom>
            <a:avLst/>
            <a:gdLst/>
            <a:ahLst/>
            <a:cxnLst/>
            <a:rect r="r" b="b" t="t" l="l"/>
            <a:pathLst>
              <a:path h="3923640" w="17834729">
                <a:moveTo>
                  <a:pt x="0" y="0"/>
                </a:moveTo>
                <a:lnTo>
                  <a:pt x="17834728" y="0"/>
                </a:lnTo>
                <a:lnTo>
                  <a:pt x="17834728" y="3923640"/>
                </a:lnTo>
                <a:lnTo>
                  <a:pt x="0" y="3923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Cuplikan data yang akan diolah</a:t>
            </a:r>
          </a:p>
        </p:txBody>
      </p:sp>
      <p:sp>
        <p:nvSpPr>
          <p:cNvPr name="AutoShape 8" id="8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36654" y="7126635"/>
            <a:ext cx="17032664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Dapat dilihat dari data yang akan diolah, terdapat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numerikal ( age, years_as__customer, avg_monthly balance, total_products_owned)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kategorikal (job, marital, education, housing_loan, personal_loan, credit_card, investment_experience, subscribtion)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Sedangkan untuk customer_id, contact_channel, dan relationship_manager_contact tidak digunakan dalam analisis karena tidak mempengaruhi analisis subscription pelanggan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05876" y="4775412"/>
            <a:ext cx="11629271" cy="283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HASIL DATA NUMERIK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Hasil Plot Numerik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504917" y="1706937"/>
            <a:ext cx="10556447" cy="8431962"/>
          </a:xfrm>
          <a:custGeom>
            <a:avLst/>
            <a:gdLst/>
            <a:ahLst/>
            <a:cxnLst/>
            <a:rect r="r" b="b" t="t" l="l"/>
            <a:pathLst>
              <a:path h="8431962" w="10556447">
                <a:moveTo>
                  <a:pt x="0" y="0"/>
                </a:moveTo>
                <a:lnTo>
                  <a:pt x="10556447" y="0"/>
                </a:lnTo>
                <a:lnTo>
                  <a:pt x="10556447" y="8431962"/>
                </a:lnTo>
                <a:lnTo>
                  <a:pt x="0" y="8431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097" y="1918390"/>
            <a:ext cx="7078267" cy="794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hasil plot ini, akan dilakukan analisis thresold. 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Dilakukan analisis thresold untuk menentukan batas minimum optimal dimana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selisih total yes dan no akan menjadi maksimum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Akan dilakukan dua analisis thresold yaitu univariate dan multivariate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Analisis univariate adalah analisis dimana komputasi thresold dilakukan secara terpisah pada masing masing data numerik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Analisis multivariate adalah analisis dimana komputasi thresold dilakukan secara bersamaan sehingga menjadi batas thresold universal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Analisis Thresold Univariate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02988" y="1641638"/>
            <a:ext cx="8891590" cy="7102157"/>
          </a:xfrm>
          <a:custGeom>
            <a:avLst/>
            <a:gdLst/>
            <a:ahLst/>
            <a:cxnLst/>
            <a:rect r="r" b="b" t="t" l="l"/>
            <a:pathLst>
              <a:path h="7102157" w="8891590">
                <a:moveTo>
                  <a:pt x="0" y="0"/>
                </a:moveTo>
                <a:lnTo>
                  <a:pt x="8891590" y="0"/>
                </a:lnTo>
                <a:lnTo>
                  <a:pt x="8891590" y="7102157"/>
                </a:lnTo>
                <a:lnTo>
                  <a:pt x="0" y="7102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71345" y="1602162"/>
            <a:ext cx="8941012" cy="7141633"/>
          </a:xfrm>
          <a:custGeom>
            <a:avLst/>
            <a:gdLst/>
            <a:ahLst/>
            <a:cxnLst/>
            <a:rect r="r" b="b" t="t" l="l"/>
            <a:pathLst>
              <a:path h="7141633" w="8941012">
                <a:moveTo>
                  <a:pt x="0" y="0"/>
                </a:moveTo>
                <a:lnTo>
                  <a:pt x="8941011" y="0"/>
                </a:lnTo>
                <a:lnTo>
                  <a:pt x="8941011" y="7141633"/>
                </a:lnTo>
                <a:lnTo>
                  <a:pt x="0" y="7141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5013" y="8848570"/>
            <a:ext cx="17032664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analisis thresold univariate, kita dapati nasabah yang harus ditargetkan relationship manager adalah: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Umur &gt; 41 tahun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Lama menjadi customer&gt; 9 tahun</a:t>
            </a:r>
          </a:p>
          <a:p>
            <a:pPr algn="l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98400" y="8848570"/>
            <a:ext cx="11674733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Rata-Rata Tabungan bulanan&gt; Rp 15 juta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Total Produk Yang dimiliki&gt; 3</a:t>
            </a:r>
          </a:p>
          <a:p>
            <a:pPr algn="l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08423" y="6274599"/>
            <a:ext cx="8583244" cy="2805568"/>
          </a:xfrm>
          <a:custGeom>
            <a:avLst/>
            <a:gdLst/>
            <a:ahLst/>
            <a:cxnLst/>
            <a:rect r="r" b="b" t="t" l="l"/>
            <a:pathLst>
              <a:path h="2805568" w="8583244">
                <a:moveTo>
                  <a:pt x="0" y="0"/>
                </a:moveTo>
                <a:lnTo>
                  <a:pt x="8583244" y="0"/>
                </a:lnTo>
                <a:lnTo>
                  <a:pt x="8583244" y="2805568"/>
                </a:lnTo>
                <a:lnTo>
                  <a:pt x="0" y="2805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8445" y="2016003"/>
            <a:ext cx="9264441" cy="3524034"/>
          </a:xfrm>
          <a:custGeom>
            <a:avLst/>
            <a:gdLst/>
            <a:ahLst/>
            <a:cxnLst/>
            <a:rect r="r" b="b" t="t" l="l"/>
            <a:pathLst>
              <a:path h="3524034" w="9264441">
                <a:moveTo>
                  <a:pt x="0" y="0"/>
                </a:moveTo>
                <a:lnTo>
                  <a:pt x="9264440" y="0"/>
                </a:lnTo>
                <a:lnTo>
                  <a:pt x="9264440" y="3524034"/>
                </a:lnTo>
                <a:lnTo>
                  <a:pt x="0" y="3524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3917" y="6149637"/>
            <a:ext cx="9018969" cy="3055492"/>
          </a:xfrm>
          <a:custGeom>
            <a:avLst/>
            <a:gdLst/>
            <a:ahLst/>
            <a:cxnLst/>
            <a:rect r="r" b="b" t="t" l="l"/>
            <a:pathLst>
              <a:path h="3055492" w="9018969">
                <a:moveTo>
                  <a:pt x="0" y="0"/>
                </a:moveTo>
                <a:lnTo>
                  <a:pt x="9018968" y="0"/>
                </a:lnTo>
                <a:lnTo>
                  <a:pt x="9018968" y="3055492"/>
                </a:lnTo>
                <a:lnTo>
                  <a:pt x="0" y="3055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Analisis Thresold Univariate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2221" y="1977903"/>
            <a:ext cx="8095649" cy="31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0"/>
              </a:lnSpc>
            </a:pPr>
            <a:r>
              <a:rPr lang="en-US" sz="22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analisis thresold univariate, kita dapati nasabah yang harus ditargetkan relationship manager adalah :</a:t>
            </a:r>
          </a:p>
          <a:p>
            <a:pPr algn="l" marL="492062" indent="-246031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Umur &gt; 41 tahun </a:t>
            </a:r>
          </a:p>
          <a:p>
            <a:pPr algn="just">
              <a:lnSpc>
                <a:spcPts val="3190"/>
              </a:lnSpc>
            </a:pPr>
            <a:r>
              <a:rPr lang="en-US" sz="22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Dengan akurasi 92%</a:t>
            </a:r>
          </a:p>
          <a:p>
            <a:pPr algn="just">
              <a:lnSpc>
                <a:spcPts val="3190"/>
              </a:lnSpc>
            </a:pPr>
          </a:p>
          <a:p>
            <a:pPr algn="just">
              <a:lnSpc>
                <a:spcPts val="3190"/>
              </a:lnSpc>
            </a:pPr>
            <a:r>
              <a:rPr lang="en-US" sz="22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2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idak adanya thresold dari variabel numerik lain dikarenakan kolerasi antar data numerik yang tinggi sehingga memberikan informasi yang hampir sama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05876" y="4775412"/>
            <a:ext cx="11629271" cy="283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HASIL DATA KATEGORI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Hasil data kategorikal Univariate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3619" y="1951915"/>
            <a:ext cx="17980762" cy="6383170"/>
          </a:xfrm>
          <a:custGeom>
            <a:avLst/>
            <a:gdLst/>
            <a:ahLst/>
            <a:cxnLst/>
            <a:rect r="r" b="b" t="t" l="l"/>
            <a:pathLst>
              <a:path h="6383170" w="17980762">
                <a:moveTo>
                  <a:pt x="0" y="0"/>
                </a:moveTo>
                <a:lnTo>
                  <a:pt x="17980762" y="0"/>
                </a:lnTo>
                <a:lnTo>
                  <a:pt x="17980762" y="6383170"/>
                </a:lnTo>
                <a:lnTo>
                  <a:pt x="0" y="6383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619" y="8506535"/>
            <a:ext cx="17032664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plot diatas, kita dapati nasabah yang harus ditargetkan relationship manager adalah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Pekerjaan : Entrepeneur, Managemen, Pensiunan, dan selfemployed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Tidak single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Pendidikan tersier dan primer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281266" y="8506535"/>
            <a:ext cx="9391413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Tidak punya housing loan tapi punya loan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Punya kartu kredit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Pernah berinvestasi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180416" y="2340194"/>
            <a:ext cx="10219212" cy="4730737"/>
          </a:xfrm>
          <a:custGeom>
            <a:avLst/>
            <a:gdLst/>
            <a:ahLst/>
            <a:cxnLst/>
            <a:rect r="r" b="b" t="t" l="l"/>
            <a:pathLst>
              <a:path h="4730737" w="10219212">
                <a:moveTo>
                  <a:pt x="0" y="0"/>
                </a:moveTo>
                <a:lnTo>
                  <a:pt x="10219212" y="0"/>
                </a:lnTo>
                <a:lnTo>
                  <a:pt x="10219212" y="4730737"/>
                </a:lnTo>
                <a:lnTo>
                  <a:pt x="0" y="4730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3917" y="674313"/>
            <a:ext cx="1163081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43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Plot data kategorikal multivariate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6636" y="8052006"/>
            <a:ext cx="17032664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hasil analisis data kategorikal multivariate, kita dapati nasabah yang harus ditargetkan relationship manager adalah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Bukan merupakan pendidikan sekunder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Dengan akurasi 100%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49262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42496" y="569538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5154" y="670824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05876" y="4775412"/>
            <a:ext cx="11629271" cy="145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10899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KESIMPULAN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46000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8588" y="6178100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37488" y="3476175"/>
            <a:ext cx="104500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hasil analisis data numerikal, nasabah yang harus ditargetkan relationship manager adalah nasabah dengan umur diatas 41 tahun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98588" y="3476175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23748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KESIMPULAN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43746" y="6178100"/>
            <a:ext cx="1045004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Dari hasil analisis data kategorikal, nasabah yang harus ditargetkan relationship manager adalah nasabah yang tidak memiliki pendidikan sekunder</a:t>
            </a:r>
          </a:p>
        </p:txBody>
      </p:sp>
      <p:sp>
        <p:nvSpPr>
          <p:cNvPr name="AutoShape 8" id="8"/>
          <p:cNvSpPr/>
          <p:nvPr/>
        </p:nvSpPr>
        <p:spPr>
          <a:xfrm>
            <a:off x="0" y="198548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342496" y="1062403"/>
            <a:ext cx="2642658" cy="918324"/>
          </a:xfrm>
          <a:custGeom>
            <a:avLst/>
            <a:gdLst/>
            <a:ahLst/>
            <a:cxnLst/>
            <a:rect r="r" b="b" t="t" l="l"/>
            <a:pathLst>
              <a:path h="918324" w="2642658">
                <a:moveTo>
                  <a:pt x="0" y="0"/>
                </a:moveTo>
                <a:lnTo>
                  <a:pt x="2642658" y="0"/>
                </a:lnTo>
                <a:lnTo>
                  <a:pt x="2642658" y="918324"/>
                </a:lnTo>
                <a:lnTo>
                  <a:pt x="0" y="91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85154" y="1163689"/>
            <a:ext cx="3076210" cy="715752"/>
          </a:xfrm>
          <a:custGeom>
            <a:avLst/>
            <a:gdLst/>
            <a:ahLst/>
            <a:cxnLst/>
            <a:rect r="r" b="b" t="t" l="l"/>
            <a:pathLst>
              <a:path h="715752" w="3076210">
                <a:moveTo>
                  <a:pt x="0" y="0"/>
                </a:moveTo>
                <a:lnTo>
                  <a:pt x="3076210" y="0"/>
                </a:lnTo>
                <a:lnTo>
                  <a:pt x="3076210" y="715752"/>
                </a:lnTo>
                <a:lnTo>
                  <a:pt x="0" y="715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0" y="95286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DAHHwAif9Sw</dc:identifier>
  <dcterms:modified xsi:type="dcterms:W3CDTF">2011-08-01T06:04:30Z</dcterms:modified>
  <cp:revision>1</cp:revision>
  <dc:title>Rakamin Mini Project_Muhammad Fazli Rais</dc:title>
</cp:coreProperties>
</file>